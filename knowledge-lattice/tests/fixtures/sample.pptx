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增值税要点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进项税额凭合规扣税凭证抵扣。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留抵退税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符合条件的纳税人可申请退还增量留抵税额。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